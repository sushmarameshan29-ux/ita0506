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81" r:id="rId5"/>
    <p:sldId id="266" r:id="rId6"/>
    <p:sldId id="267" r:id="rId7"/>
    <p:sldId id="258" r:id="rId8"/>
    <p:sldId id="259" r:id="rId9"/>
    <p:sldId id="260" r:id="rId10"/>
    <p:sldId id="279" r:id="rId11"/>
    <p:sldId id="280" r:id="rId12"/>
    <p:sldId id="269" r:id="rId13"/>
    <p:sldId id="270" r:id="rId14"/>
    <p:sldId id="27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5557AED-8B87-41DB-965A-2CD599B55B08}">
          <p14:sldIdLst>
            <p14:sldId id="256"/>
            <p14:sldId id="257"/>
            <p14:sldId id="261"/>
            <p14:sldId id="281"/>
            <p14:sldId id="266"/>
            <p14:sldId id="267"/>
            <p14:sldId id="258"/>
            <p14:sldId id="259"/>
            <p14:sldId id="260"/>
            <p14:sldId id="279"/>
            <p14:sldId id="280"/>
            <p14:sldId id="269"/>
            <p14:sldId id="270"/>
            <p14:sldId id="278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1083A-81FF-46A1-A626-E1D8214723AC}" v="2" dt="2026-07-23T04:48:36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a chowdary" userId="f8bce1246aa9d593" providerId="LiveId" clId="{C1EA1749-14CA-4B5D-97BA-F740D54F2A68}"/>
    <pc:docChg chg="custSel addSld delSld modSld modSection">
      <pc:chgData name="Sushma chowdary" userId="f8bce1246aa9d593" providerId="LiveId" clId="{C1EA1749-14CA-4B5D-97BA-F740D54F2A68}" dt="2026-07-23T04:51:54.725" v="40" actId="22"/>
      <pc:docMkLst>
        <pc:docMk/>
      </pc:docMkLst>
      <pc:sldChg chg="modSp mod">
        <pc:chgData name="Sushma chowdary" userId="f8bce1246aa9d593" providerId="LiveId" clId="{C1EA1749-14CA-4B5D-97BA-F740D54F2A68}" dt="2026-07-23T04:34:48.751" v="15" actId="6549"/>
        <pc:sldMkLst>
          <pc:docMk/>
          <pc:sldMk cId="1787666423" sldId="256"/>
        </pc:sldMkLst>
        <pc:spChg chg="mod">
          <ac:chgData name="Sushma chowdary" userId="f8bce1246aa9d593" providerId="LiveId" clId="{C1EA1749-14CA-4B5D-97BA-F740D54F2A68}" dt="2026-07-23T04:34:48.751" v="15" actId="6549"/>
          <ac:spMkLst>
            <pc:docMk/>
            <pc:sldMk cId="1787666423" sldId="256"/>
            <ac:spMk id="2" creationId="{88E5320D-29B8-997D-DF7F-BF9917B074E8}"/>
          </ac:spMkLst>
        </pc:spChg>
      </pc:sldChg>
      <pc:sldChg chg="del">
        <pc:chgData name="Sushma chowdary" userId="f8bce1246aa9d593" providerId="LiveId" clId="{C1EA1749-14CA-4B5D-97BA-F740D54F2A68}" dt="2026-07-23T04:44:00.525" v="16" actId="47"/>
        <pc:sldMkLst>
          <pc:docMk/>
          <pc:sldMk cId="1525207462" sldId="272"/>
        </pc:sldMkLst>
      </pc:sldChg>
      <pc:sldChg chg="del">
        <pc:chgData name="Sushma chowdary" userId="f8bce1246aa9d593" providerId="LiveId" clId="{C1EA1749-14CA-4B5D-97BA-F740D54F2A68}" dt="2026-07-23T04:45:20.952" v="18" actId="47"/>
        <pc:sldMkLst>
          <pc:docMk/>
          <pc:sldMk cId="2045663787" sldId="273"/>
        </pc:sldMkLst>
      </pc:sldChg>
      <pc:sldChg chg="del">
        <pc:chgData name="Sushma chowdary" userId="f8bce1246aa9d593" providerId="LiveId" clId="{C1EA1749-14CA-4B5D-97BA-F740D54F2A68}" dt="2026-07-23T04:45:23.253" v="19" actId="47"/>
        <pc:sldMkLst>
          <pc:docMk/>
          <pc:sldMk cId="1589645406" sldId="274"/>
        </pc:sldMkLst>
      </pc:sldChg>
      <pc:sldChg chg="addSp modSp new mod">
        <pc:chgData name="Sushma chowdary" userId="f8bce1246aa9d593" providerId="LiveId" clId="{C1EA1749-14CA-4B5D-97BA-F740D54F2A68}" dt="2026-07-23T04:51:54.725" v="40" actId="22"/>
        <pc:sldMkLst>
          <pc:docMk/>
          <pc:sldMk cId="2009789560" sldId="281"/>
        </pc:sldMkLst>
        <pc:spChg chg="mod">
          <ac:chgData name="Sushma chowdary" userId="f8bce1246aa9d593" providerId="LiveId" clId="{C1EA1749-14CA-4B5D-97BA-F740D54F2A68}" dt="2026-07-23T04:50:23.744" v="38" actId="1076"/>
          <ac:spMkLst>
            <pc:docMk/>
            <pc:sldMk cId="2009789560" sldId="281"/>
            <ac:spMk id="2" creationId="{81D09839-C78D-397A-5BD7-2D473047CB14}"/>
          </ac:spMkLst>
        </pc:spChg>
        <pc:spChg chg="mod">
          <ac:chgData name="Sushma chowdary" userId="f8bce1246aa9d593" providerId="LiveId" clId="{C1EA1749-14CA-4B5D-97BA-F740D54F2A68}" dt="2026-07-23T04:50:06.045" v="35" actId="1076"/>
          <ac:spMkLst>
            <pc:docMk/>
            <pc:sldMk cId="2009789560" sldId="281"/>
            <ac:spMk id="3" creationId="{22426B33-3F5C-235E-3DF5-2C3BCFD383AC}"/>
          </ac:spMkLst>
        </pc:spChg>
        <pc:picChg chg="add">
          <ac:chgData name="Sushma chowdary" userId="f8bce1246aa9d593" providerId="LiveId" clId="{C1EA1749-14CA-4B5D-97BA-F740D54F2A68}" dt="2026-07-23T04:51:45.623" v="39" actId="22"/>
          <ac:picMkLst>
            <pc:docMk/>
            <pc:sldMk cId="2009789560" sldId="281"/>
            <ac:picMk id="5" creationId="{CFE23170-D9D0-B3B3-6A2F-972EF4114DE8}"/>
          </ac:picMkLst>
        </pc:picChg>
        <pc:picChg chg="add">
          <ac:chgData name="Sushma chowdary" userId="f8bce1246aa9d593" providerId="LiveId" clId="{C1EA1749-14CA-4B5D-97BA-F740D54F2A68}" dt="2026-07-23T04:51:54.725" v="40" actId="22"/>
          <ac:picMkLst>
            <pc:docMk/>
            <pc:sldMk cId="2009789560" sldId="281"/>
            <ac:picMk id="7" creationId="{205660CA-525F-8B18-F1C1-07D5A4793A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1349-2B88-2BB0-1C83-1043E73A4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80445-77EA-6588-4DED-1DCB36509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FF5C-2930-74CC-B6E2-0210D974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59486-B4F7-1987-3780-BBE3CC4D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81552-4029-91A8-8C77-CBE3BEAA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2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E1D8-F7E4-AC20-B864-0652399F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7FF9D-CB1F-9650-85F8-834FA8B44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8645-98EE-70E1-7781-D2A207AE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9382-3722-32EE-CBFC-6CEC0F93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3534-79F1-2C62-5D68-0C551DF8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2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EBE2-1AF3-0E24-BBEF-00B2DB5A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33041-632E-60CD-1604-B35574F3F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DA0C-B890-ABBB-3FE4-839D01B3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8223-D5AB-FDB5-B6CC-2E8C2E9A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FA2E-B434-0821-76FA-C5E6BC4A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48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2A53-3DEB-AAB7-ECCF-8D217DB3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72709-1396-4784-13E5-40EAE5EC4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905C4-4208-FE04-A376-53B41D43C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F94D3-908B-6D55-09B5-E5416BDF5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0D4D2-0B90-3DB4-6D30-1F50CA1A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4F753-E590-E65C-6462-31EA9FC6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4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3C45-29A3-B663-664A-FC4FB733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C792F-5EAD-AD90-2FDA-5A8B2A494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477E4-3AA5-E22D-2DBA-8676AA353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44719-65BE-A5E2-30A3-8A094FEFF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275B5-0993-C8F6-7F3E-4423D0B0D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D803D-198F-ABF1-B801-FC405C8C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53617-0AE4-3E71-2656-4664D878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DB736-8DF1-7191-5798-09E46300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57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B8A6-80EA-7515-F346-CF062C60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82223-2EE3-7500-D14E-362CFAE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1902D-9968-911F-EC99-F581EED0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B96B7-EF78-0A04-DEF9-D4FB50E6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4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02C09-3DEF-214F-E7D5-C6C508C0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6F04F-17B2-E04D-655B-555B76F9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1FC86-5680-AE93-1FF1-DF1EE09A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55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B241-6A2B-9EAE-763F-6C41FEDB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9663B-CFC3-7C4D-2270-D4FA2D27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79E1B-40F9-A950-7E2D-2CCBFC14B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A6A46-B6FE-C119-5BDD-4D3947869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1C2FA-3B34-BBC6-D9E6-BAC174D5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7F84D-9365-282D-E6DE-1DC72B80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6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17A9-6650-563E-0E28-EDDE2350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B9FE-0B70-EC87-F87C-DBA931949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6ECA4-27E5-BA68-7A38-7050126E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BE0D2-6C0A-B527-E77C-45C2F301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5DF88-52DB-D96A-53BD-27A6F627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606F-916C-BECB-0D06-C1BFF5DB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92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F0A4-D7CD-695B-922C-3ABBFEA2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D261B-37B7-F53A-176F-12F12480E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2F65-448E-4879-CD74-91D68656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31D9-AD87-48A7-E71C-C17CFEE7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D3D1A-C761-0614-8922-DF01E674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3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9199E-3D95-C04E-C994-A268CAABA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780D7-9660-30C5-7B61-86CD6ACFC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CAE4-A88F-505D-8AB9-5279B1AE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A25B-9CCC-AD39-C7F0-E40C3EA4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B3D07-6F14-D45F-D25E-45D70540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1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4AAA5-6D05-6F9C-5508-4EF36A29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B270-56BD-5F16-D82E-44987267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DEF92-C51A-39BA-BA0D-546EC1A42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931E-8843-4551-B023-FE48137C502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CDCF7-5912-95C9-069F-642EC85BB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D58E-42DB-E39F-77E9-EBDF597B7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0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isic-archiv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320D-29B8-997D-DF7F-BF9917B07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14" y="2295833"/>
            <a:ext cx="9661003" cy="226633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Dermatology Assistant using AI and Image Processing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-Computer Vision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9B0EB-C643-AC51-630D-682597B5A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804" y="4728732"/>
            <a:ext cx="4514126" cy="19867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R.Sushma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(192525279)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K.Sandhya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(192472207)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S.Vyshnavi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(192472041)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Logesh.S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(192525023)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Gunalan.V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(192325038)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">
            <a:extLst>
              <a:ext uri="{FF2B5EF4-FFF2-40B4-BE49-F238E27FC236}">
                <a16:creationId xmlns:a16="http://schemas.microsoft.com/office/drawing/2014/main" id="{9EA0E9B6-54BB-31E6-5EB4-7C798761A53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526998"/>
            <a:ext cx="11064240" cy="1498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4F5F8-A83E-1260-8A13-DA04294ECF98}"/>
              </a:ext>
            </a:extLst>
          </p:cNvPr>
          <p:cNvSpPr txBox="1"/>
          <p:nvPr/>
        </p:nvSpPr>
        <p:spPr>
          <a:xfrm>
            <a:off x="8137001" y="4914774"/>
            <a:ext cx="35464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R.C.Jeni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Gracia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8766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AA01-5746-F759-7A96-359A01F9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00A9-7B8C-DA47-518F-74C2A26F3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123"/>
            <a:ext cx="10515600" cy="42498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affect millions and require timely diagnosis.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 improves accuracy and speed of detection.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disease type, severity, and risk level automatically.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personalized care and treatment recommendations instantly.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129748-9ADA-AA43-8A97-FEE2DF78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AE6913-D184-01D6-A4CD-07FE6E9E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344" y="20909"/>
            <a:ext cx="1242911" cy="84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9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F9CE-45B2-DCD5-DE04-B9AEAD78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7822-8039-F684-63F1-7F1914482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61722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automatic skin disease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skin images using image processing techniques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classify common skin diseases using CNN models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basic care, treatment, and preventive recommendations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early diagnosis and support remote healthcare services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F1EA241-3A62-70D5-C6C7-6DE45B4962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23354" y="2001838"/>
            <a:ext cx="3930445" cy="3930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75C6B-5C57-DDAD-D3BE-53D41571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22D407-B862-1E8F-406E-AE2A1FABC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0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9839-C78D-397A-5BD7-2D473047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6810"/>
            <a:ext cx="10515600" cy="1325563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6B33-3F5C-235E-3DF5-2C3BCFD3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2373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diagnosis is mainly performed through manual visual inspection.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accuracy depends on the dermatologist's experience and expertise.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examination is time-consuming and may delay treatment.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Early-stage skin diseases can be difficult to identify accurately.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lack automated AI-based disease detection.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of skin diseases is not assessed consistently.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in remote areas have limited access to dermatologists.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AI-powered system to detect skin diseases from images.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severity and risk level.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23170-D9D0-B3B3-6A2F-972EF411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660CA-525F-8B18-F1C1-07D5A479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8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1245-9C53-C886-DEB7-FEE5181E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D434BCC-008F-3F3A-2DE1-73EF72D91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1537469"/>
            <a:ext cx="10048240" cy="483875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7CA54-DC3D-275D-804D-5844E7B3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418" y="88874"/>
            <a:ext cx="1160206" cy="93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729D22-3946-1632-8031-D104A7957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76" y="120725"/>
            <a:ext cx="1160206" cy="9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1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75E5-C8C3-FE9E-D52E-C9CF0622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6D87701-F53F-2E26-46CF-5EA3B13EE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326239"/>
              </p:ext>
            </p:extLst>
          </p:nvPr>
        </p:nvGraphicFramePr>
        <p:xfrm>
          <a:off x="838200" y="1825626"/>
          <a:ext cx="10301748" cy="469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249">
                  <a:extLst>
                    <a:ext uri="{9D8B030D-6E8A-4147-A177-3AD203B41FA5}">
                      <a16:colId xmlns:a16="http://schemas.microsoft.com/office/drawing/2014/main" val="3138253255"/>
                    </a:ext>
                  </a:extLst>
                </a:gridCol>
                <a:gridCol w="2051680">
                  <a:extLst>
                    <a:ext uri="{9D8B030D-6E8A-4147-A177-3AD203B41FA5}">
                      <a16:colId xmlns:a16="http://schemas.microsoft.com/office/drawing/2014/main" val="228085947"/>
                    </a:ext>
                  </a:extLst>
                </a:gridCol>
                <a:gridCol w="2735574">
                  <a:extLst>
                    <a:ext uri="{9D8B030D-6E8A-4147-A177-3AD203B41FA5}">
                      <a16:colId xmlns:a16="http://schemas.microsoft.com/office/drawing/2014/main" val="1638168785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1319962412"/>
                    </a:ext>
                  </a:extLst>
                </a:gridCol>
                <a:gridCol w="2463462">
                  <a:extLst>
                    <a:ext uri="{9D8B030D-6E8A-4147-A177-3AD203B41FA5}">
                      <a16:colId xmlns:a16="http://schemas.microsoft.com/office/drawing/2014/main" val="3240787017"/>
                    </a:ext>
                  </a:extLst>
                </a:gridCol>
              </a:tblGrid>
              <a:tr h="306390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Year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Author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Technique Used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Dataset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Outcome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19238357"/>
                  </a:ext>
                </a:extLst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2020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Wu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CNN-based skin disease classification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Clinical skin images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High accuracy in detecting common skin diseases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460931"/>
                  </a:ext>
                </a:extLst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2021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Srinivasu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MobileNet (Deep Learning)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Kaggle skin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Lightweight model suitable for mobile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787749"/>
                  </a:ext>
                </a:extLst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2022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Al-Masni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 + Segmentation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ISIC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Improved accuracy using lesion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384757"/>
                  </a:ext>
                </a:extLst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Ahammed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ML + Image Processing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ISIC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Skin disease detection using hybrid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477318"/>
                  </a:ext>
                </a:extLst>
              </a:tr>
              <a:tr h="96654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2024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Marri et al.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AI Mobile App (CNN)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Real-world user images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Effective for early detection and awareness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98429031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EB33F04-CAAB-8E1A-B2D8-B70B7F05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149" y="128625"/>
            <a:ext cx="1061884" cy="877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861A7-B8C9-BA33-A439-08710B3B7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94"/>
            <a:ext cx="1157748" cy="87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2E74-33FB-E37A-83D6-8C94CD9F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4" y="365125"/>
            <a:ext cx="851087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Disease Detection using AI &amp; Image Processing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FC47A-F3D4-9890-E7F7-31AB63857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7" y="1825624"/>
            <a:ext cx="8510877" cy="50323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collected different types of skin disease images for training the model.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were cleaned and resized using preprocessing techniques.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 MobileNetV2 deep learning model to detect skin diseases.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studies color, texture, and shape of the skin lesion.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disease name and prediction result for further analysis.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8F344-F64A-0612-4E3B-79AE1FE6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3" y="243680"/>
            <a:ext cx="1122568" cy="1009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BACAA-8058-B062-48E9-5300831D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874" y="176211"/>
            <a:ext cx="987852" cy="1009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E33C2-6FD3-C390-801A-E774EC657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159" y="2049503"/>
            <a:ext cx="3032567" cy="397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C4D8-08F5-6949-3D46-7E70C798C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468" y="365125"/>
            <a:ext cx="1019633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Severity Analysis &amp; Risk Level Prediction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7B5910-ECD5-E9EF-2C62-F00CA3DC6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6" y="2277722"/>
            <a:ext cx="8583592" cy="458027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detailed lesion features such as area coverage, texture variation, and color intensity.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a severity score using a weighted feature evaluation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each case into Mild, Moderate, or Severe categories.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structured severity report for every input image.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risk-aware decision making by linking severity to the recommendation module.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2375B-C343-1E63-03A4-73D34748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32" y="18254"/>
            <a:ext cx="1275735" cy="1009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DCA77-6ADE-9AA9-FA9F-FDEF81690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933" y="51528"/>
            <a:ext cx="1275735" cy="10096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46F78B-7043-3DD1-1247-44601B6D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10" y="2593749"/>
            <a:ext cx="2974990" cy="327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C21C-72C6-98A5-62E0-602EE894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025" y="500694"/>
            <a:ext cx="998895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Recommendation &amp; Preventive Guidance System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98DF2-C041-9E2B-FDC4-C539ACDB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90" y="2488558"/>
            <a:ext cx="8935463" cy="487060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rule-based system to suggest care based on disease type.</a:t>
            </a: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medically accurate home-care tips and safety precautions.</a:t>
            </a:r>
          </a:p>
          <a:p>
            <a:pPr>
              <a:lnSpc>
                <a:spcPct val="170000"/>
              </a:lnSpc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doctor consultation when needed.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dermatologist visits for moderate and severe cases.</a:t>
            </a: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simple, clear guidance for patients to follow easily.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93522-B44C-0197-A89B-2A76B7C2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5025" cy="990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D2EC3-C0F3-4209-637C-C411FF519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1026" name="Picture 2" descr="dermatological diagnosis using SkinGPT ...">
            <a:extLst>
              <a:ext uri="{FF2B5EF4-FFF2-40B4-BE49-F238E27FC236}">
                <a16:creationId xmlns:a16="http://schemas.microsoft.com/office/drawing/2014/main" id="{435DDEA3-CBBB-3EBB-4CAB-CA1294957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9" y="2639029"/>
            <a:ext cx="2790825" cy="324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97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67AA-372D-305F-5E1C-1BC5AA555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370"/>
            <a:ext cx="10515600" cy="1325563"/>
          </a:xfrm>
        </p:spPr>
        <p:txBody>
          <a:bodyPr/>
          <a:lstStyle/>
          <a:p>
            <a:r>
              <a:rPr lang="en-IN" b="1" dirty="0"/>
              <a:t>Module 4: Explainable AI (Grad-CAM)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0A0A-3040-F08B-2BCD-7B9E1BC3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2709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Grad-CAM to visualize the regions of the skin image that influenced the AI model's prediction.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heatmaps highlighting the affected lesion areas.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transparency and reliability of the deep learning model.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users and doctors understand why a particular disease was predicted.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confidence in AI-assisted diagnosis.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45318-3A7A-45A7-E1B0-4AE2BC895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5025" cy="990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23F18-7C2C-4D6F-9690-6CF1B682A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5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DEAB-2999-65CF-69BE-46FF61A6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0703"/>
            <a:ext cx="10515600" cy="149450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Module 5: Report Generation &amp; Patient History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FF2F4-C5C2-168B-7984-AFC04956A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0743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comprehensive report containing disease name, confidence score, severity level, and care recommendations.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patient details and prediction history for future reference.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Allowed comparison of previous and current skin conditions.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monitoring of disease progression over time.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easy sharing of reports with healthcare professionals.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CC270-81BD-F86C-CC62-F859188E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B124C-31C6-D692-D2BF-0AE91A0C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5025" cy="99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8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3234-00C6-647A-BE17-382BD2F5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61F6C-97A6-F3D3-85FE-8E12404B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6242"/>
            <a:ext cx="10515600" cy="388072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enables early and accurate detection of skin diseases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image processing to reduce manual diagnosis errors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care, treatment, and prevention recommendations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 by reducing frequent hospital visits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healthcare and improves skin health awareness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D503B-5422-0459-1F7F-5EE190B6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923" y="38023"/>
            <a:ext cx="1197077" cy="913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554020-7519-D11A-81B2-5C471C29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14" y="38023"/>
            <a:ext cx="1197077" cy="98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2AD8-A33E-D455-F0B4-99A19D02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60EC1A-01F3-14DF-4A05-CB960F4E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28" y="1443660"/>
            <a:ext cx="10515600" cy="5360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advanced deep learning and larger datasets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detection of a wider range of skin diseases, including rare conditions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mobile apps and cloud platforms for real-time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direct online consultation with dermatologists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support and personalized treatment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4D2E5-4494-5D09-9816-5B8F8D33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868" cy="779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02703-22C2-1075-BDF4-A7E3A2D1F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132" y="53764"/>
            <a:ext cx="1234868" cy="77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0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E100-A391-C074-E884-6FA1DC47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E4A0-A401-1B33-D904-6A5E351DC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ISIC Archive (2020–2024).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Skin Imaging Collaboration Dataset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online: 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https://www.isic-archive.com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X., Xu, Y., &amp; Liu, J. (2020).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of inflammatory skin diseases using clinical images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Srinivasu, P. N., et al. (2021).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using MobileNet and deep learning techniques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Masni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(2022).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skin lesion segmentation and classification using deep CNN models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ISIC Dataset Studies.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Ahammed, S. S., et al. (2023).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 for multiclass skin disease detection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Healthcare Analytics Journal.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29810-5C0A-9684-F17E-B2679264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76350" cy="885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373B6-2617-B295-CF17-D8A1AAF02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0" y="-1"/>
            <a:ext cx="12763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67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FCF1-4F0A-08B8-7BA1-E5D423C0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ank You Images – Browse 2,253,181 Stock Photos, Vectors, and Video |  Adobe Stock">
            <a:extLst>
              <a:ext uri="{FF2B5EF4-FFF2-40B4-BE49-F238E27FC236}">
                <a16:creationId xmlns:a16="http://schemas.microsoft.com/office/drawing/2014/main" id="{2A53D615-D431-6D7E-CFAE-D9E20C0474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850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897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Smart Dermatology Assistant using AI and Image Processing ITA0506-Computer Vision</vt:lpstr>
      <vt:lpstr>INTRODUCTION</vt:lpstr>
      <vt:lpstr>OBJECTIVES</vt:lpstr>
      <vt:lpstr>Problem Statement</vt:lpstr>
      <vt:lpstr>ARCHITECTUR DIAGRAM</vt:lpstr>
      <vt:lpstr>LITERATURE SURVEY</vt:lpstr>
      <vt:lpstr>    Module 1: Skin Disease Detection using AI &amp; Image Processing</vt:lpstr>
      <vt:lpstr>Module 2: Severity Analysis &amp; Risk Level Prediction</vt:lpstr>
      <vt:lpstr> Module 3: Care Recommendation &amp; Preventive Guidance System</vt:lpstr>
      <vt:lpstr>Module 4: Explainable AI (Grad-CAM) Visualization</vt:lpstr>
      <vt:lpstr>Module 5: Report Generation &amp; Patient History Management </vt:lpstr>
      <vt:lpstr>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Skin Disease Detection and Care Recommendation System DSA0209-Computer Vision with OpenCV for Image Processing</dc:title>
  <dc:creator>SUSHMA</dc:creator>
  <cp:lastModifiedBy>Sushma chowdary</cp:lastModifiedBy>
  <cp:revision>10</cp:revision>
  <dcterms:created xsi:type="dcterms:W3CDTF">2025-12-01T12:11:33Z</dcterms:created>
  <dcterms:modified xsi:type="dcterms:W3CDTF">2026-07-23T04:51:54Z</dcterms:modified>
</cp:coreProperties>
</file>