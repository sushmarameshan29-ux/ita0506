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5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E7F760-FD5A-45C2-816E-4DA0EED21633}" v="15" dt="2026-07-14T02:55:35.712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hma chowdary" userId="f8bce1246aa9d593" providerId="LiveId" clId="{C1EA1749-14CA-4B5D-97BA-F740D54F2A68}"/>
    <pc:docChg chg="undo redo custSel addSld delSld modSld">
      <pc:chgData name="Sushma chowdary" userId="f8bce1246aa9d593" providerId="LiveId" clId="{C1EA1749-14CA-4B5D-97BA-F740D54F2A68}" dt="2026-07-14T02:56:20.281" v="190" actId="1076"/>
      <pc:docMkLst>
        <pc:docMk/>
      </pc:docMkLst>
      <pc:sldChg chg="addSp delSp modSp mod">
        <pc:chgData name="Sushma chowdary" userId="f8bce1246aa9d593" providerId="LiveId" clId="{C1EA1749-14CA-4B5D-97BA-F740D54F2A68}" dt="2026-07-14T02:55:48.188" v="188" actId="1076"/>
        <pc:sldMkLst>
          <pc:docMk/>
          <pc:sldMk cId="2653572537" sldId="256"/>
        </pc:sldMkLst>
        <pc:spChg chg="mod">
          <ac:chgData name="Sushma chowdary" userId="f8bce1246aa9d593" providerId="LiveId" clId="{C1EA1749-14CA-4B5D-97BA-F740D54F2A68}" dt="2026-07-14T02:41:00.097" v="110" actId="20577"/>
          <ac:spMkLst>
            <pc:docMk/>
            <pc:sldMk cId="2653572537" sldId="256"/>
            <ac:spMk id="2" creationId="{51D0B091-F5DC-986E-823F-CDCBB999CF26}"/>
          </ac:spMkLst>
        </pc:spChg>
        <pc:spChg chg="del mod">
          <ac:chgData name="Sushma chowdary" userId="f8bce1246aa9d593" providerId="LiveId" clId="{C1EA1749-14CA-4B5D-97BA-F740D54F2A68}" dt="2026-07-14T02:41:45.516" v="113"/>
          <ac:spMkLst>
            <pc:docMk/>
            <pc:sldMk cId="2653572537" sldId="256"/>
            <ac:spMk id="4" creationId="{CF88063A-1A87-2146-6D4E-183C7B0A89E8}"/>
          </ac:spMkLst>
        </pc:spChg>
        <pc:spChg chg="mod">
          <ac:chgData name="Sushma chowdary" userId="f8bce1246aa9d593" providerId="LiveId" clId="{C1EA1749-14CA-4B5D-97BA-F740D54F2A68}" dt="2026-07-14T02:54:48.829" v="184" actId="20577"/>
          <ac:spMkLst>
            <pc:docMk/>
            <pc:sldMk cId="2653572537" sldId="256"/>
            <ac:spMk id="5" creationId="{8EF1B2F1-55F6-5AAD-D33B-B70EED868FC5}"/>
          </ac:spMkLst>
        </pc:spChg>
        <pc:spChg chg="add del mod">
          <ac:chgData name="Sushma chowdary" userId="f8bce1246aa9d593" providerId="LiveId" clId="{C1EA1749-14CA-4B5D-97BA-F740D54F2A68}" dt="2026-07-14T02:55:43.744" v="187" actId="478"/>
          <ac:spMkLst>
            <pc:docMk/>
            <pc:sldMk cId="2653572537" sldId="256"/>
            <ac:spMk id="8" creationId="{CA7296DF-377C-891B-D39D-6F3F9C172D0B}"/>
          </ac:spMkLst>
        </pc:spChg>
        <pc:picChg chg="add mod">
          <ac:chgData name="Sushma chowdary" userId="f8bce1246aa9d593" providerId="LiveId" clId="{C1EA1749-14CA-4B5D-97BA-F740D54F2A68}" dt="2026-07-14T02:55:48.188" v="188" actId="1076"/>
          <ac:picMkLst>
            <pc:docMk/>
            <pc:sldMk cId="2653572537" sldId="256"/>
            <ac:picMk id="7" creationId="{16CD85E0-566A-001A-F112-8AE2D1C8C27D}"/>
          </ac:picMkLst>
        </pc:picChg>
      </pc:sldChg>
      <pc:sldChg chg="addSp delSp modSp mod">
        <pc:chgData name="Sushma chowdary" userId="f8bce1246aa9d593" providerId="LiveId" clId="{C1EA1749-14CA-4B5D-97BA-F740D54F2A68}" dt="2026-07-14T02:56:20.281" v="190" actId="1076"/>
        <pc:sldMkLst>
          <pc:docMk/>
          <pc:sldMk cId="968948945" sldId="257"/>
        </pc:sldMkLst>
        <pc:spChg chg="mod">
          <ac:chgData name="Sushma chowdary" userId="f8bce1246aa9d593" providerId="LiveId" clId="{C1EA1749-14CA-4B5D-97BA-F740D54F2A68}" dt="2026-07-14T02:42:21.745" v="114"/>
          <ac:spMkLst>
            <pc:docMk/>
            <pc:sldMk cId="968948945" sldId="257"/>
            <ac:spMk id="2" creationId="{0A21EC98-0EC0-B5A0-9133-F91865E4E65D}"/>
          </ac:spMkLst>
        </pc:spChg>
        <pc:spChg chg="del mod">
          <ac:chgData name="Sushma chowdary" userId="f8bce1246aa9d593" providerId="LiveId" clId="{C1EA1749-14CA-4B5D-97BA-F740D54F2A68}" dt="2026-07-14T02:43:34.669" v="120" actId="478"/>
          <ac:spMkLst>
            <pc:docMk/>
            <pc:sldMk cId="968948945" sldId="257"/>
            <ac:spMk id="3" creationId="{5F6AD04F-F6D7-5938-7BF5-719550A0CC8C}"/>
          </ac:spMkLst>
        </pc:spChg>
        <pc:spChg chg="add del mod">
          <ac:chgData name="Sushma chowdary" userId="f8bce1246aa9d593" providerId="LiveId" clId="{C1EA1749-14CA-4B5D-97BA-F740D54F2A68}" dt="2026-07-14T02:44:15.172" v="124" actId="478"/>
          <ac:spMkLst>
            <pc:docMk/>
            <pc:sldMk cId="968948945" sldId="257"/>
            <ac:spMk id="6" creationId="{166EE728-D67E-B2D2-6196-9B72E1C0F027}"/>
          </ac:spMkLst>
        </pc:spChg>
        <pc:spChg chg="add mod">
          <ac:chgData name="Sushma chowdary" userId="f8bce1246aa9d593" providerId="LiveId" clId="{C1EA1749-14CA-4B5D-97BA-F740D54F2A68}" dt="2026-07-14T02:56:13.512" v="189" actId="255"/>
          <ac:spMkLst>
            <pc:docMk/>
            <pc:sldMk cId="968948945" sldId="257"/>
            <ac:spMk id="9" creationId="{CC92B6F0-3E08-EE72-8785-860170F8B03E}"/>
          </ac:spMkLst>
        </pc:spChg>
        <pc:graphicFrameChg chg="add del mod modGraphic">
          <ac:chgData name="Sushma chowdary" userId="f8bce1246aa9d593" providerId="LiveId" clId="{C1EA1749-14CA-4B5D-97BA-F740D54F2A68}" dt="2026-07-14T02:44:20.685" v="126" actId="478"/>
          <ac:graphicFrameMkLst>
            <pc:docMk/>
            <pc:sldMk cId="968948945" sldId="257"/>
            <ac:graphicFrameMk id="4" creationId="{168E41CE-ED14-91B5-9B91-C6D479D96A8F}"/>
          </ac:graphicFrameMkLst>
        </pc:graphicFrameChg>
        <pc:graphicFrameChg chg="add mod modGraphic">
          <ac:chgData name="Sushma chowdary" userId="f8bce1246aa9d593" providerId="LiveId" clId="{C1EA1749-14CA-4B5D-97BA-F740D54F2A68}" dt="2026-07-14T02:56:20.281" v="190" actId="1076"/>
          <ac:graphicFrameMkLst>
            <pc:docMk/>
            <pc:sldMk cId="968948945" sldId="257"/>
            <ac:graphicFrameMk id="7" creationId="{3311D9B4-51CA-459F-0546-BC28F30DCE47}"/>
          </ac:graphicFrameMkLst>
        </pc:graphicFrameChg>
      </pc:sldChg>
      <pc:sldChg chg="modSp mod">
        <pc:chgData name="Sushma chowdary" userId="f8bce1246aa9d593" providerId="LiveId" clId="{C1EA1749-14CA-4B5D-97BA-F740D54F2A68}" dt="2026-07-14T02:53:45.207" v="179" actId="2711"/>
        <pc:sldMkLst>
          <pc:docMk/>
          <pc:sldMk cId="517849699" sldId="258"/>
        </pc:sldMkLst>
        <pc:spChg chg="mod">
          <ac:chgData name="Sushma chowdary" userId="f8bce1246aa9d593" providerId="LiveId" clId="{C1EA1749-14CA-4B5D-97BA-F740D54F2A68}" dt="2026-07-14T02:46:37.277" v="138" actId="1076"/>
          <ac:spMkLst>
            <pc:docMk/>
            <pc:sldMk cId="517849699" sldId="258"/>
            <ac:spMk id="2" creationId="{BAF34586-3787-14BA-E0B5-E649FC645F1D}"/>
          </ac:spMkLst>
        </pc:spChg>
        <pc:spChg chg="mod">
          <ac:chgData name="Sushma chowdary" userId="f8bce1246aa9d593" providerId="LiveId" clId="{C1EA1749-14CA-4B5D-97BA-F740D54F2A68}" dt="2026-07-14T02:53:45.207" v="179" actId="2711"/>
          <ac:spMkLst>
            <pc:docMk/>
            <pc:sldMk cId="517849699" sldId="258"/>
            <ac:spMk id="3" creationId="{C338CC87-46F4-CECB-2F0F-0B724C36F4B6}"/>
          </ac:spMkLst>
        </pc:spChg>
      </pc:sldChg>
      <pc:sldChg chg="addSp delSp modSp mod">
        <pc:chgData name="Sushma chowdary" userId="f8bce1246aa9d593" providerId="LiveId" clId="{C1EA1749-14CA-4B5D-97BA-F740D54F2A68}" dt="2026-07-14T02:53:30.887" v="178" actId="2711"/>
        <pc:sldMkLst>
          <pc:docMk/>
          <pc:sldMk cId="2771737463" sldId="259"/>
        </pc:sldMkLst>
        <pc:spChg chg="mod">
          <ac:chgData name="Sushma chowdary" userId="f8bce1246aa9d593" providerId="LiveId" clId="{C1EA1749-14CA-4B5D-97BA-F740D54F2A68}" dt="2026-07-14T02:49:00.610" v="154" actId="1076"/>
          <ac:spMkLst>
            <pc:docMk/>
            <pc:sldMk cId="2771737463" sldId="259"/>
            <ac:spMk id="2" creationId="{B3EC69E8-96A4-3BA0-1360-A259358AE27D}"/>
          </ac:spMkLst>
        </pc:spChg>
        <pc:spChg chg="del">
          <ac:chgData name="Sushma chowdary" userId="f8bce1246aa9d593" providerId="LiveId" clId="{C1EA1749-14CA-4B5D-97BA-F740D54F2A68}" dt="2026-07-14T02:48:13.011" v="148" actId="478"/>
          <ac:spMkLst>
            <pc:docMk/>
            <pc:sldMk cId="2771737463" sldId="259"/>
            <ac:spMk id="4" creationId="{40C151CB-CF19-8185-8E38-BBA73CAA0848}"/>
          </ac:spMkLst>
        </pc:spChg>
        <pc:spChg chg="add">
          <ac:chgData name="Sushma chowdary" userId="f8bce1246aa9d593" providerId="LiveId" clId="{C1EA1749-14CA-4B5D-97BA-F740D54F2A68}" dt="2026-07-14T02:47:43.595" v="144"/>
          <ac:spMkLst>
            <pc:docMk/>
            <pc:sldMk cId="2771737463" sldId="259"/>
            <ac:spMk id="6" creationId="{83C2B0C8-2030-DD54-A37A-CB69031BC1F1}"/>
          </ac:spMkLst>
        </pc:spChg>
        <pc:spChg chg="add del mod">
          <ac:chgData name="Sushma chowdary" userId="f8bce1246aa9d593" providerId="LiveId" clId="{C1EA1749-14CA-4B5D-97BA-F740D54F2A68}" dt="2026-07-14T02:48:22.845" v="150" actId="478"/>
          <ac:spMkLst>
            <pc:docMk/>
            <pc:sldMk cId="2771737463" sldId="259"/>
            <ac:spMk id="7" creationId="{1EE81135-B3EB-F649-7A6C-9ED2FE00930A}"/>
          </ac:spMkLst>
        </pc:spChg>
        <pc:spChg chg="add mod">
          <ac:chgData name="Sushma chowdary" userId="f8bce1246aa9d593" providerId="LiveId" clId="{C1EA1749-14CA-4B5D-97BA-F740D54F2A68}" dt="2026-07-14T02:53:30.887" v="178" actId="2711"/>
          <ac:spMkLst>
            <pc:docMk/>
            <pc:sldMk cId="2771737463" sldId="259"/>
            <ac:spMk id="10" creationId="{9F10729D-C42C-BAF0-4C3D-0FBE14551BC8}"/>
          </ac:spMkLst>
        </pc:spChg>
        <pc:graphicFrameChg chg="add mod modGraphic">
          <ac:chgData name="Sushma chowdary" userId="f8bce1246aa9d593" providerId="LiveId" clId="{C1EA1749-14CA-4B5D-97BA-F740D54F2A68}" dt="2026-07-14T02:53:21.911" v="177" actId="2711"/>
          <ac:graphicFrameMkLst>
            <pc:docMk/>
            <pc:sldMk cId="2771737463" sldId="259"/>
            <ac:graphicFrameMk id="3" creationId="{B521E43A-D8A3-9DB7-A3FF-A632524670A4}"/>
          </ac:graphicFrameMkLst>
        </pc:graphicFrameChg>
        <pc:picChg chg="add del">
          <ac:chgData name="Sushma chowdary" userId="f8bce1246aa9d593" providerId="LiveId" clId="{C1EA1749-14CA-4B5D-97BA-F740D54F2A68}" dt="2026-07-14T02:48:15.559" v="149" actId="478"/>
          <ac:picMkLst>
            <pc:docMk/>
            <pc:sldMk cId="2771737463" sldId="259"/>
            <ac:picMk id="8" creationId="{EAA9AEDF-88D6-B6B2-CD1D-2A197AA0A58D}"/>
          </ac:picMkLst>
        </pc:picChg>
      </pc:sldChg>
      <pc:sldChg chg="addSp delSp modSp mod">
        <pc:chgData name="Sushma chowdary" userId="f8bce1246aa9d593" providerId="LiveId" clId="{C1EA1749-14CA-4B5D-97BA-F740D54F2A68}" dt="2026-07-14T02:52:36.847" v="168" actId="2711"/>
        <pc:sldMkLst>
          <pc:docMk/>
          <pc:sldMk cId="3186286923" sldId="260"/>
        </pc:sldMkLst>
        <pc:spChg chg="mod">
          <ac:chgData name="Sushma chowdary" userId="f8bce1246aa9d593" providerId="LiveId" clId="{C1EA1749-14CA-4B5D-97BA-F740D54F2A68}" dt="2026-07-14T02:51:11.136" v="158"/>
          <ac:spMkLst>
            <pc:docMk/>
            <pc:sldMk cId="3186286923" sldId="260"/>
            <ac:spMk id="2" creationId="{87184D72-96F0-92A6-AB10-5628621BE966}"/>
          </ac:spMkLst>
        </pc:spChg>
        <pc:spChg chg="add del mod">
          <ac:chgData name="Sushma chowdary" userId="f8bce1246aa9d593" providerId="LiveId" clId="{C1EA1749-14CA-4B5D-97BA-F740D54F2A68}" dt="2026-07-14T02:51:27.498" v="161" actId="478"/>
          <ac:spMkLst>
            <pc:docMk/>
            <pc:sldMk cId="3186286923" sldId="260"/>
            <ac:spMk id="3" creationId="{8B16B6BE-2DC0-BB13-3D57-D96CC7D70E86}"/>
          </ac:spMkLst>
        </pc:spChg>
        <pc:spChg chg="del">
          <ac:chgData name="Sushma chowdary" userId="f8bce1246aa9d593" providerId="LiveId" clId="{C1EA1749-14CA-4B5D-97BA-F740D54F2A68}" dt="2026-07-14T02:51:23.923" v="160" actId="478"/>
          <ac:spMkLst>
            <pc:docMk/>
            <pc:sldMk cId="3186286923" sldId="260"/>
            <ac:spMk id="4" creationId="{6C057272-075F-4F41-2D93-19BBBF663622}"/>
          </ac:spMkLst>
        </pc:spChg>
        <pc:spChg chg="del">
          <ac:chgData name="Sushma chowdary" userId="f8bce1246aa9d593" providerId="LiveId" clId="{C1EA1749-14CA-4B5D-97BA-F740D54F2A68}" dt="2026-07-14T02:51:17.805" v="159" actId="478"/>
          <ac:spMkLst>
            <pc:docMk/>
            <pc:sldMk cId="3186286923" sldId="260"/>
            <ac:spMk id="6" creationId="{1D31F481-DF3D-3CD6-7BE8-B8CE03B314F7}"/>
          </ac:spMkLst>
        </pc:spChg>
        <pc:spChg chg="add mod">
          <ac:chgData name="Sushma chowdary" userId="f8bce1246aa9d593" providerId="LiveId" clId="{C1EA1749-14CA-4B5D-97BA-F740D54F2A68}" dt="2026-07-14T02:52:36.847" v="168" actId="2711"/>
          <ac:spMkLst>
            <pc:docMk/>
            <pc:sldMk cId="3186286923" sldId="260"/>
            <ac:spMk id="7" creationId="{32939291-548F-21C9-AD32-49FB0D3C583E}"/>
          </ac:spMkLst>
        </pc:spChg>
      </pc:sldChg>
      <pc:sldChg chg="del">
        <pc:chgData name="Sushma chowdary" userId="f8bce1246aa9d593" providerId="LiveId" clId="{C1EA1749-14CA-4B5D-97BA-F740D54F2A68}" dt="2026-07-14T02:53:06.001" v="175" actId="47"/>
        <pc:sldMkLst>
          <pc:docMk/>
          <pc:sldMk cId="2545129397" sldId="261"/>
        </pc:sldMkLst>
      </pc:sldChg>
      <pc:sldChg chg="del">
        <pc:chgData name="Sushma chowdary" userId="f8bce1246aa9d593" providerId="LiveId" clId="{C1EA1749-14CA-4B5D-97BA-F740D54F2A68}" dt="2026-07-14T02:53:03.523" v="174" actId="47"/>
        <pc:sldMkLst>
          <pc:docMk/>
          <pc:sldMk cId="1361767304" sldId="262"/>
        </pc:sldMkLst>
      </pc:sldChg>
      <pc:sldChg chg="del">
        <pc:chgData name="Sushma chowdary" userId="f8bce1246aa9d593" providerId="LiveId" clId="{C1EA1749-14CA-4B5D-97BA-F740D54F2A68}" dt="2026-07-14T02:53:01.664" v="173" actId="47"/>
        <pc:sldMkLst>
          <pc:docMk/>
          <pc:sldMk cId="3923525118" sldId="263"/>
        </pc:sldMkLst>
      </pc:sldChg>
      <pc:sldChg chg="del">
        <pc:chgData name="Sushma chowdary" userId="f8bce1246aa9d593" providerId="LiveId" clId="{C1EA1749-14CA-4B5D-97BA-F740D54F2A68}" dt="2026-07-14T02:52:59.523" v="172" actId="47"/>
        <pc:sldMkLst>
          <pc:docMk/>
          <pc:sldMk cId="4049784821" sldId="264"/>
        </pc:sldMkLst>
      </pc:sldChg>
      <pc:sldChg chg="add del">
        <pc:chgData name="Sushma chowdary" userId="f8bce1246aa9d593" providerId="LiveId" clId="{C1EA1749-14CA-4B5D-97BA-F740D54F2A68}" dt="2026-07-14T02:52:56.351" v="171" actId="47"/>
        <pc:sldMkLst>
          <pc:docMk/>
          <pc:sldMk cId="2815827334" sldId="265"/>
        </pc:sldMkLst>
      </pc:sldChg>
      <pc:sldChg chg="del">
        <pc:chgData name="Sushma chowdary" userId="f8bce1246aa9d593" providerId="LiveId" clId="{C1EA1749-14CA-4B5D-97BA-F740D54F2A68}" dt="2026-07-14T02:53:07.763" v="176" actId="47"/>
        <pc:sldMkLst>
          <pc:docMk/>
          <pc:sldMk cId="2567381521" sldId="266"/>
        </pc:sldMkLst>
      </pc:sldChg>
      <pc:sldChg chg="del">
        <pc:chgData name="Sushma chowdary" userId="f8bce1246aa9d593" providerId="LiveId" clId="{C1EA1749-14CA-4B5D-97BA-F740D54F2A68}" dt="2026-07-14T02:52:50.738" v="169" actId="47"/>
        <pc:sldMkLst>
          <pc:docMk/>
          <pc:sldMk cId="37476618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69838-D23B-443A-B864-1E497B3C7873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9F94E5-E63F-4D4D-BD35-D4A526DD84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716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F94E5-E63F-4D4D-BD35-D4A526DD84D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659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E0795-0BA3-46F3-A0B9-FA2F0D9A086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AD50-27A6-46DC-9C3C-20FCD816E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3206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E0795-0BA3-46F3-A0B9-FA2F0D9A086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AD50-27A6-46DC-9C3C-20FCD816E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969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E0795-0BA3-46F3-A0B9-FA2F0D9A086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AD50-27A6-46DC-9C3C-20FCD816E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033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E0795-0BA3-46F3-A0B9-FA2F0D9A086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AD50-27A6-46DC-9C3C-20FCD816E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12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E0795-0BA3-46F3-A0B9-FA2F0D9A086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AD50-27A6-46DC-9C3C-20FCD816EABE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075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E0795-0BA3-46F3-A0B9-FA2F0D9A086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AD50-27A6-46DC-9C3C-20FCD816E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222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E0795-0BA3-46F3-A0B9-FA2F0D9A086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AD50-27A6-46DC-9C3C-20FCD816E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409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E0795-0BA3-46F3-A0B9-FA2F0D9A086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AD50-27A6-46DC-9C3C-20FCD816E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718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99E0795-0BA3-46F3-A0B9-FA2F0D9A086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AD50-27A6-46DC-9C3C-20FCD816E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283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E0795-0BA3-46F3-A0B9-FA2F0D9A086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AD50-27A6-46DC-9C3C-20FCD816E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343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E0795-0BA3-46F3-A0B9-FA2F0D9A086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AD50-27A6-46DC-9C3C-20FCD816E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676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F99E0795-0BA3-46F3-A0B9-FA2F0D9A086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3721AD50-27A6-46DC-9C3C-20FCD816E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278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lblogdeandressomoza.blogspot.com/2019/03/tipos-de-imagenes-digitales.html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0B091-F5DC-986E-823F-CDCBB999CF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7523" y="2770392"/>
            <a:ext cx="9144000" cy="658608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ITA0506-COMPUTER VISION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870C37-F904-4F2A-CE89-D835CAEB1C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4" y="3602038"/>
            <a:ext cx="4109885" cy="3126657"/>
          </a:xfrm>
        </p:spPr>
        <p:txBody>
          <a:bodyPr>
            <a:noAutofit/>
          </a:bodyPr>
          <a:lstStyle/>
          <a:p>
            <a:pPr algn="l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pPr algn="l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SUSHMA(192525279)</a:t>
            </a:r>
          </a:p>
          <a:p>
            <a:pPr algn="l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AI&amp;ML</a:t>
            </a:r>
          </a:p>
          <a:p>
            <a:pPr algn="l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SSE ENGINEERING </a:t>
            </a:r>
          </a:p>
          <a:p>
            <a:pPr algn="l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CHENNAI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1B2F1-55F6-5AAD-D33B-B70EED868FC5}"/>
              </a:ext>
            </a:extLst>
          </p:cNvPr>
          <p:cNvSpPr txBox="1"/>
          <p:nvPr/>
        </p:nvSpPr>
        <p:spPr>
          <a:xfrm>
            <a:off x="1189704" y="793749"/>
            <a:ext cx="93996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</a:t>
            </a:r>
            <a:r>
              <a:rPr lang="en-IN" sz="2400" dirty="0"/>
              <a:t>Technical Analysis of Pixel Representation and Challenges in Pixel-Based Image Processing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CD85E0-566A-001A-F112-8AE2D1C8C2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896225" y="3990975"/>
            <a:ext cx="4295775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572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EC98-0EC0-B5A0-9133-F91865E4E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891" y="335280"/>
            <a:ext cx="7729728" cy="1188720"/>
          </a:xfrm>
        </p:spPr>
        <p:txBody>
          <a:bodyPr/>
          <a:lstStyle/>
          <a:p>
            <a:r>
              <a:rPr lang="en-IN" dirty="0"/>
              <a:t>Pixel Representation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311D9B4-51CA-459F-0546-BC28F30DCE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388726"/>
              </p:ext>
            </p:extLst>
          </p:nvPr>
        </p:nvGraphicFramePr>
        <p:xfrm>
          <a:off x="1431752" y="5465639"/>
          <a:ext cx="5764002" cy="7315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09918">
                  <a:extLst>
                    <a:ext uri="{9D8B030D-6E8A-4147-A177-3AD203B41FA5}">
                      <a16:colId xmlns:a16="http://schemas.microsoft.com/office/drawing/2014/main" val="1720022972"/>
                    </a:ext>
                  </a:extLst>
                </a:gridCol>
                <a:gridCol w="2577042">
                  <a:extLst>
                    <a:ext uri="{9D8B030D-6E8A-4147-A177-3AD203B41FA5}">
                      <a16:colId xmlns:a16="http://schemas.microsoft.com/office/drawing/2014/main" val="2533419328"/>
                    </a:ext>
                  </a:extLst>
                </a:gridCol>
                <a:gridCol w="2577042">
                  <a:extLst>
                    <a:ext uri="{9D8B030D-6E8A-4147-A177-3AD203B41FA5}">
                      <a16:colId xmlns:a16="http://schemas.microsoft.com/office/drawing/2014/main" val="421138824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Green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2083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624259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C92B6F0-3E08-EE72-8785-860170F8B03E}"/>
              </a:ext>
            </a:extLst>
          </p:cNvPr>
          <p:cNvSpPr txBox="1"/>
          <p:nvPr/>
        </p:nvSpPr>
        <p:spPr>
          <a:xfrm>
            <a:off x="1412874" y="1861798"/>
            <a:ext cx="773112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Pixel?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pixel (Picture Element) is the smallest unit of a digital image.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are made up of millions of pixels arranged in a grid.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pixel stores intensity or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information. 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Pixel Representation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(black) or 1 (white)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Grayscale: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Values from 0–255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RGB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Red, Green, and Blue values (0–255 each) 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RGB Pixel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 grid or RGB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8948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34586-3787-14BA-E0B5-E649FC645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871" y="233070"/>
            <a:ext cx="6978445" cy="863907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/>
              <a:t>Pixel-Based Image Processing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8CC87-46F4-CECB-2F0F-0B724C36F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871" y="1173037"/>
            <a:ext cx="7729728" cy="3101983"/>
          </a:xfrm>
        </p:spPr>
        <p:txBody>
          <a:bodyPr>
            <a:normAutofit fontScale="25000" lnSpcReduction="20000"/>
          </a:bodyPr>
          <a:lstStyle/>
          <a:p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Images are Processed</a:t>
            </a: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Flow:</a:t>
            </a:r>
          </a:p>
          <a:p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Image → Pixel Analysis → Processing Algorithm → Output Image</a:t>
            </a:r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Pixel Operations</a:t>
            </a: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enhancement </a:t>
            </a: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reduction </a:t>
            </a: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detection </a:t>
            </a: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segmentation </a:t>
            </a: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compression </a:t>
            </a:r>
          </a:p>
          <a:p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 </a:t>
            </a: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</a:t>
            </a: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imaging </a:t>
            </a: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 </a:t>
            </a:r>
          </a:p>
          <a:p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849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C69E8-96A4-3BA0-1360-A259358AE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050" y="122903"/>
            <a:ext cx="7729728" cy="1188720"/>
          </a:xfrm>
        </p:spPr>
        <p:txBody>
          <a:bodyPr/>
          <a:lstStyle/>
          <a:p>
            <a:r>
              <a:rPr lang="en-IN" dirty="0"/>
              <a:t>Challenges in Pixel-Based Image Processing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521E43A-D8A3-9DB7-A3FF-A632524670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904680"/>
              </p:ext>
            </p:extLst>
          </p:nvPr>
        </p:nvGraphicFramePr>
        <p:xfrm>
          <a:off x="1955134" y="1645367"/>
          <a:ext cx="7731126" cy="24688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865563">
                  <a:extLst>
                    <a:ext uri="{9D8B030D-6E8A-4147-A177-3AD203B41FA5}">
                      <a16:colId xmlns:a16="http://schemas.microsoft.com/office/drawing/2014/main" val="2005506499"/>
                    </a:ext>
                  </a:extLst>
                </a:gridCol>
                <a:gridCol w="3865563">
                  <a:extLst>
                    <a:ext uri="{9D8B030D-6E8A-4147-A177-3AD203B41FA5}">
                      <a16:colId xmlns:a16="http://schemas.microsoft.com/office/drawing/2014/main" val="39591795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4479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pixel variations reduce image quality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7495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Loss of sharp details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7132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Resolution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image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27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Lighting Variations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Uneven brightness affects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8921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Processing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images require more computation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259311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F10729D-C42C-BAF0-4C3D-0FBE14551BC8}"/>
              </a:ext>
            </a:extLst>
          </p:cNvPr>
          <p:cNvSpPr txBox="1"/>
          <p:nvPr/>
        </p:nvSpPr>
        <p:spPr>
          <a:xfrm>
            <a:off x="1955134" y="4500234"/>
            <a:ext cx="6096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filtering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 equalization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sharpening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GPU-based processing 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noisy image and filtered image. </a:t>
            </a:r>
          </a:p>
        </p:txBody>
      </p:sp>
    </p:spTree>
    <p:extLst>
      <p:ext uri="{BB962C8B-B14F-4D97-AF65-F5344CB8AC3E}">
        <p14:creationId xmlns:p14="http://schemas.microsoft.com/office/powerpoint/2010/main" val="2771737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84D72-96F0-92A6-AB10-5628621BE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8350" y="40266"/>
            <a:ext cx="7729728" cy="1188720"/>
          </a:xfrm>
        </p:spPr>
        <p:txBody>
          <a:bodyPr>
            <a:normAutofit/>
          </a:bodyPr>
          <a:lstStyle/>
          <a:p>
            <a:r>
              <a:rPr lang="en-IN" sz="4000" dirty="0"/>
              <a:t>Conclusion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939291-548F-21C9-AD32-49FB0D3C583E}"/>
              </a:ext>
            </a:extLst>
          </p:cNvPr>
          <p:cNvSpPr txBox="1"/>
          <p:nvPr/>
        </p:nvSpPr>
        <p:spPr>
          <a:xfrm>
            <a:off x="1808350" y="1386457"/>
            <a:ext cx="911450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Pixels are the foundation of digital images.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 representation determines image quality and accuracy.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improves image interpretation through pixel-level analysis.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such as noise, blur, and computational cost can be addressed using advanced algorithms. 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pixel representation and robust image processing techniques enable accurate analysis in applications such as healthcare, security, remote sensing, and artificial intelligence.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infographic summarizing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 → Processing → Enhanced Image → Real-World Applications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86286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EE61C93-FC39-A583-A9C9-686B5730F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70300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15827334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88</TotalTime>
  <Words>316</Words>
  <Application>Microsoft Office PowerPoint</Application>
  <PresentationFormat>Widescreen</PresentationFormat>
  <Paragraphs>71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Gill Sans MT</vt:lpstr>
      <vt:lpstr>Times New Roman</vt:lpstr>
      <vt:lpstr>Parcel</vt:lpstr>
      <vt:lpstr>ITA0506-COMPUTER VISION</vt:lpstr>
      <vt:lpstr>Pixel Representation</vt:lpstr>
      <vt:lpstr> Pixel-Based Image Processing </vt:lpstr>
      <vt:lpstr>Challenges in Pixel-Based Image Processing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SUSHMA</dc:creator>
  <cp:lastModifiedBy>Sushma chowdary</cp:lastModifiedBy>
  <cp:revision>2</cp:revision>
  <dcterms:created xsi:type="dcterms:W3CDTF">2026-04-23T19:16:31Z</dcterms:created>
  <dcterms:modified xsi:type="dcterms:W3CDTF">2026-07-14T02:56:22Z</dcterms:modified>
</cp:coreProperties>
</file>